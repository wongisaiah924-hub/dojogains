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t>Advanced Concepts &amp; Trading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383280"/>
            <a:ext cx="2743200" cy="18288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DOJO GAINS - Mentorship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Liquidity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BSL (Buy-Side Liquidity): Above highs - stop losses of shorts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SSL (Sell-Side Liquidity): Below lows - stop losses of longs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Institutions need liquidity to fill large orders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They 'hunt' retail stops before real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This session: Advanced liquidity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Liquidity is the fuel of markets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Internal vs External Liquidity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</a:defRPr>
            </a:pPr>
            <a:r>
              <a:t>INTERNAL LIQUIDITY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FVGs, Order Blocks, Imbalances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Inside the current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Where price retraces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EXTERNAL LIQUIDITY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Highs, Lows, Equal H/L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Outside the current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Where price reaches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Price moves from internal to external liquidity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Identifying Liquidity Pools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Equal Highs/Lows: Multiple touches = More stops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Trendline touches: Stops placed along trendlines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Previous Day/Week High and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Session Highs and Lows (Asian, London, NY)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Psychological round numbers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Old untested highs/lows (virgin liquidity)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More touches = Bigger pool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Liquidity Grab vs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LIQUIDITY GRAB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Quick wick through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Immediate reversal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Clean rejection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63946"/>
                </a:solidFill>
              </a:defRPr>
            </a:pPr>
            <a:r>
              <a:t>LIQUIDITY SWEEP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Candle closes beyond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May consolidate before reversing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t>Deeper penetration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Both are valid - watch for the reversal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Inducement (The Trap)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Inducement = Minor liquidity used to trap traders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Creates false breakout/breakdown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Retail sees 'breakout' and enters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Smart money fades the move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The 'obvious' move is usually the trap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Look for inducement BEFORE key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If it looks too easy, it's a trap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Liquidity Voids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Liquidity Void = Area price moved through quickly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Similar to FVG but can span multiple candles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Shows where there's 'no resistance'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Price often returns to fill these voids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 large impulsive moves as potential voids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Trade the retracement back into the 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Voids get filled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Trading Liquidity Sweeps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1. Identify key liquidity pool (equal highs/lows)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2. Wait for price to sweep the level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3. Look for immediate reversal signal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4. Confirm with BOS or strong rejection candle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5. Enter opposite direction of sweep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6. Target opposite liquidity pool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Sweep + Reversal = Entry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Daily Liquidity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 PDH/PDL (Previous Day High/Low)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 PWH/PWL (Previous Week High/Low)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Mark Asian session H/L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Identify equal highs/lows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Note any untested old highs/lows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Update as new levels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Map before you trade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Internal liquidity = FVGs, OBs (retracement zones)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External liquidity = Highs/Lows (targets)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Equal H/L = Strongest liquidity pools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Inducement traps retail before real move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Sweep + Reversal = High probability entry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•   Always know where liquidity sits before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t>Follow the liquidity, find the money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