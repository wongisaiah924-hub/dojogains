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CA3AF"/>
                </a:solidFill>
              </a:defRPr>
            </a:pPr>
            <a:r>
              <a:t>BUILD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7 FIGURE MINDSET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108960"/>
            <a:ext cx="2743200" cy="1828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t>DOJO GAINS - Mentorship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t>The Mental Game of Trading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Why Mindset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Trading is 80% psychology, 20% strategy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Your emotions are your biggest enemy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Most traders fail not from bad strategies, but bad discipline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The market is designed to exploit human psychology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7-figure traders think differently than retail traders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Master your mind, master the markets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Losing Trader Mindset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Trades emotionally - revenge trades after losses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Thinks every trade must be a winner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Moves stop losses to avoid taking losses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Over-leverages to 'make back' losses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Blames the market, brokers, or others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Chases trades and enters without a plan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Can't walk away from the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Recognize these patterns? Time to change.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Winning Trader Mindset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Accepts losses as part of the business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Focuses on process, not individual outcomes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Follows the plan no matter what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Takes responsibility for every trade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Stays patient - waits for A+ setups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Protects capital above all else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Knows when to step 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This is the mindset that builds wealth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Think in Probabilities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No single trade matters - it's the SERIES that counts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A 60% win rate means 40 losses per 100 trades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You can lose 5 trades in a row and still be profitable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Each trade is just one sample in a large dataset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Remove emotion by thinking statistically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Focus on expected value, not individual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Think like a casino, not a gambler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Process Over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A good trade can lose money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A bad trade can make money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Judge yourself on EXECUTION, not P&amp;L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Did you follow your rules? That's a good trade.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Did you break your rules? That's a bad trade - even if it won.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Consistent process = consistent results over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The process is the prize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Handling Losses Like a Pro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Losses are tuition - you're paying to learn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Every loss teaches you something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Take the loss, journal it, move 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NEVER revenge trade - walk away if emotional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Set a daily loss limit (e.g., 2-3% max)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Hit the limit? You're done for the day. No exceptions.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How you handle losses defines your career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Building Unshakeable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Create a trading plan and follow it religiously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Use a pre-trade checklist before every entry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Set rules for max trades per day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Take breaks - trading is mentally exhausting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Journal every trade - winners AND losers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Review weekly - what did you do well? What to improve?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Discipline is freedom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Playing the Long Game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7 figures isn't built in a day, month, or even year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Focus on consistent small gains, not home runs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Compound your account - 1% per day = 1,200%+ per year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Protect your capital during learning phase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The goal is to STAY in the game long enough to master it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Most quit right before they would have succeeded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The tortoise beats the hare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Daily Habits of 7-Figure Traders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Morning routine: Review markets, mark levels, set plan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Only trade during their best hours (Killzones)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Take breaks every 90 minutes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Exercise and stay physically healthy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Journal every trade same day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End of day review: What worked? What didn't?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Continuous education - never stop learning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Trader Affirmations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2C55E"/>
                </a:solidFill>
              </a:defRPr>
            </a:pPr>
            <a:r>
              <a:t>I am a disciplined trader.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2C55E"/>
                </a:solidFill>
              </a:defRPr>
            </a:pPr>
            <a:r>
              <a:t>I follow my plan no matter what.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2C55E"/>
                </a:solidFill>
              </a:defRPr>
            </a:pPr>
            <a:r>
              <a:t>Losses are part of the game.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2C55E"/>
                </a:solidFill>
              </a:defRPr>
            </a:pPr>
            <a:r>
              <a:t>I think in probabilities, not certainties.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2C55E"/>
                </a:solidFill>
              </a:defRPr>
            </a:pPr>
            <a:r>
              <a:t>I protect my capital above 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2C55E"/>
                </a:solidFill>
              </a:defRPr>
            </a:pPr>
            <a:r>
              <a:t>I am patient. The setup will come.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2C55E"/>
                </a:solidFill>
              </a:defRPr>
            </a:pPr>
            <a:r>
              <a:t>I am building generational wealth.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Read these every morning before trading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Mindset separates winners from losers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Think in probabilities, not certainties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Process over outcome - always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Losses are tuition, not failure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Discipline is your superpower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Play the long game - compound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3946"/>
                </a:solidFill>
              </a:defRPr>
            </a:pPr>
            <a:r>
              <a:t>Your mind is your edge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