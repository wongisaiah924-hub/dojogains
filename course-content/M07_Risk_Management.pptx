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RISK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t>Protecting Your Capital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Why Risk Management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You can have a winning strategy and still blow your account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One bad trade can wipe out months of gains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Professional traders focus on risk FIRST, profit second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Your job: SURVIVE long enough to succeed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Risk management is not optional - it's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Rule #1: Don't lose money. Rule #2: See Rule #1.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The 1-2%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NEVER risk more than 1-2% of account on a single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$10,000 account = Max $100-200 risk per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This allows you to lose 10+ trades and still survive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Drawdowns are inevitable - this keeps them manageable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As account grows, risk amount grows (but % stays same)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t>1-2% risk = Long-term survival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Position Sizing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Position Size = Risk Amount / Stop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Example: $10,000 account, 1% risk = $100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Entry at $50, Stop at $48 = $2 risk per share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Position Size: $100 / $2 = 50 shares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Calculate BEFORE entering every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Never adjust size based on 'feeling confident'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Math &gt; Emotion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Risk/Reward 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R:R = Potential Profit / Potential Loss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1:2 R:R means risking $1 to make $2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Minimum acceptable: 1:1.5 (ideally 1:2 or better)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Higher R:R = Can be profitable with lower win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Win Rate Math: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1:1 R/R needs 50%+ win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1:2 R/R needs 33%+ win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1:3 R/R needs 25%+ win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Stop Loss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Stop should be at a level that INVALIDATES the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Below swing low (for longs) / Above swing high (for shorts)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Beyond the FVG or Order Block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Give enough room - avoid getting stopped by noise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NEVER move stop further away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Can move stop to breakeven after 1R profit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Stop = Where your idea is wrong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Daily &amp; Weekly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Daily Loss Limit: 2-3% of account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Weekly Loss Limit: 5-6% of account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Hit the limit = DONE trading for that period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No exceptions, no 'making it back'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This prevents emotional trading spirals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Live to trade another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Limits save accounts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Taking Partials &amp;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Take partial profit at 1R (first target)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Move stop to breakeven after partials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Let remainder run to 2R, 3R targets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This locks in profit while giving room to run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Example: 50% off at 1R, 50% off at 2R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Trailing stop for extended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Bank profits, let winners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Non-Negotiable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1. Never risk more than 2% per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2. Always use a stop loss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3. Never move stop loss further away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4. Honor daily/weekly loss limits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5. Calculate position size BEFORE entry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6. Minimum 1:2 risk/reward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  7. No revenge trading after losses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Risk management &gt; Strategy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1-2% max risk per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Position Size = Risk / Stop Distance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Minimum 1:2 R:R on every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Daily/weekly limits protect your account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Take partials, move to breakeven, let it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t>Protect capital first, profits follow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