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ANATOMY OF A CANDLE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CA3AF"/>
                </a:solidFill>
              </a:defRPr>
            </a:pPr>
            <a:r>
              <a:t>Deep Dive into Price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566160"/>
            <a:ext cx="2743200" cy="1828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t>DOJO GAINS - Mentorship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Beyond the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You know OHLC - but what does it MEAN?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Every candle tells a story of the battle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Understanding candles = reading the market's mind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This session: How to decode institutional activity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Learn to see what retail traders miss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The candle speaks - learn to listen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Four Elements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OPEN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Where the battle began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C55E"/>
                </a:solidFill>
              </a:defRPr>
            </a:pPr>
            <a:r>
              <a:t>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Maximum buyer reach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188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63946"/>
                </a:solidFill>
              </a:defRPr>
            </a:pPr>
            <a:r>
              <a:t>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Maximum seller reach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AB308"/>
                </a:solidFill>
              </a:defRPr>
            </a:pPr>
            <a:r>
              <a:t>CLOSE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560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Who won the battle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Close relative to Open = Battle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Wicks = Rejected price levels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Reading the Body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LARGE BODY = Strong conviction, one side dominated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SMALL BODY = Indecision, balanced battle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Close near HIGH = Buyers in control at close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Close near LOW = Sellers in control at close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Body as % of range = Conviction meter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</a:defRPr>
            </a:pPr>
            <a:r>
              <a:t>Body size = Commitment level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Reading the Wicks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UPPER WICK = Buyers pushed up but got rejected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LOWER WICK = Sellers pushed down but got rejected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Long wick = Strong rejection at that level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No wick = Full conviction, no rejection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Wicks show where stops were hunted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t>Wicks = Rejection + Stop hunts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Context is Everything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Same candle pattern = Different meaning in different contexts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WHERE the candle forms matters more than WHAT it looks like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Hammer at support = Strong buy signal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Hammer in middle of range = Weak signal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Always ask: Where is this candle forming?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Key levels + Candle pattern = High probability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Location, location, location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Spotting Institutional Candles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DISPLACEMENT CANDLE: Large body, small wicks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Shows aggressive institutional buying/selling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Creates FVGs and breaks structure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Usually followed by retracement (FVG fill)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These are the candles that matter most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Enter on retracement to displacement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Big candle = Big money moved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Rejection Candles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PIN BAR: Long wick, small body at one end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Shows strong rejection of a price level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The wick is the 'lie' - price couldn't hold there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The body is the 'truth' - where price actually closed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Trade in direction of the body, not the wick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Best when formed at key S/R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Rejection = Opportunity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Engulfing Candle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True engulfing: Body engulfs previous body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Even stronger: Body engulfs entire previous candle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Shows complete shift in control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First candle = Old sentiment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Second candle = New sentiment taking over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Volume should increase on engulfing candle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Engulfing = Power shift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Reading Candle Sequences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Single candles are clues, sequences are stories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3 consecutive large candles = Strong trend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Shrinking candles = Momentum fading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Doji after trend = Indecision, possible reversal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Look for the pattern in the sequence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Each candle adds to the narrative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Read the story, not just the words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Body = Who won | Wicks = Who got rejected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Large body = Conviction | Small body = Indecision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Context matters more than pattern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Displacement candles show institutional activity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Rejection wicks at key levels = Opportunity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Read sequences, not just individual candles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3946"/>
                </a:solidFill>
              </a:defRPr>
            </a:pPr>
            <a:r>
              <a:t>The candle tells the truth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