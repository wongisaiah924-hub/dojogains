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INTRO TO CHARTING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Reading the Market's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a Chart?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Visual representation of price over time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the battle between buyers and sellers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candle/bar = price action for a time period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Charts reveal patterns that repeat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foundation of technical analysis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Your window into market psychology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Charts are the trader's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Chart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CANDLESTICK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Most popular, shows OHLC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Best for price action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Similar to candle, different visual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Used by some futures traders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CA3AF"/>
                </a:solidFill>
              </a:defRPr>
            </a:pPr>
            <a:r>
              <a:t>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Only shows close 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Good for seeing trends simply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t>HEIKIN ASHI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Smoothed candles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Good for trend 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We use candlestick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Understanding Timeframes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candle = one period of time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 minute chart: 1 candle = 1 minute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Daily chart: 1 candle = 1 full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Higher TF = less noise, more reliable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Lower TF = more detail, more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</a:defRPr>
            </a:pPr>
            <a:r>
              <a:t>Day Trading: 1m, 5m, 15m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</a:defRPr>
            </a:pPr>
            <a:r>
              <a:t>Swing Trading: 1H, 4H, 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AB308"/>
                </a:solidFill>
              </a:defRPr>
            </a:pPr>
            <a:r>
              <a:t>Position Trading: Daily, Weekly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Multi-Timeframe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check higher timeframe first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HTF = Direction and key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LTF = Entry timing and precision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Example: Daily for trend, 15m for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Don't fight the higher timeframe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Alignment across timeframes = higher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Top-down analysis is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Essential Chart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PRICE: The candles/bars (most important)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VOLUME: Confirms price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SUPPORT/RESISTANCE: Key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TREND: Direction of the market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PATTERNS: Repeating formations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Keep charts clean - less is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Price is king, everything else supports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Setting Up Your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 dark background (easier on eyes)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Green candles = bullish, Red = bearish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key levels (S/R, highs, lows)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Add 1-2 key indicators max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Save templates for different strategies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Keep it simple and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Clean charts = Clear thinking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Charts show price over time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Candlestick charts are standard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Higher timeframes = more reliable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use multi-timeframe analysis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Keep charts clean and simple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is the primary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t>The chart tells you everything you need to know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