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JAPANESE CANDLESTICKS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t>Anatomy &amp; Market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47472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DOJO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Master the Art of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Are Candlesticks?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Originated in 18th century Japan by rice trader Munehisa Homma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candle represents price action over a specific time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FOUR key prices: Open, High, Low, Close (OHLC)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More visual than line charts - tells the story of price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foundation of technical analysis and price action trading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Used across all markets: stocks, options, crypto,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Candlesticks reveal market psychology in a single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Candlestick 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5768" y="1371600"/>
            <a:ext cx="54864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7460" y="1828800"/>
            <a:ext cx="41148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15768" y="3200400"/>
            <a:ext cx="54864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BULLISH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1371600"/>
            <a:ext cx="54864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60" y="1737360"/>
            <a:ext cx="411480" cy="137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3108960"/>
            <a:ext cx="54864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t>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t>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BEARISH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Upper Wick = Price reached higher but pulled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Body = Open to Close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Lower Wick = Price went lower but recovered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Bullish vs Bearish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43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BULLISH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7168" y="1828800"/>
            <a:ext cx="54864" cy="228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08860" y="2057400"/>
            <a:ext cx="411480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87168" y="3246120"/>
            <a:ext cx="54864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Close &gt;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Buyers won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Price moved UP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1234440"/>
            <a:ext cx="320040" cy="320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143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3946"/>
                </a:solidFill>
              </a:defRPr>
            </a:pPr>
            <a:r>
              <a:t>BEARISH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28800"/>
            <a:ext cx="54864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3660" y="2011680"/>
            <a:ext cx="411480" cy="1188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3200400"/>
            <a:ext cx="54864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Close &lt;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Sellers won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Price moved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color tells you WHO WON - buyers or sellers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Candle Size =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A3AF"/>
                </a:solidFill>
              </a:defRPr>
            </a:pPr>
            <a:r>
              <a:t>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1368" y="2478024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2587752"/>
            <a:ext cx="41148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1368" y="2907792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Indecision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Low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4568" y="2176272"/>
            <a:ext cx="54864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6260" y="2313432"/>
            <a:ext cx="41148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907791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Steady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768" y="1883663"/>
            <a:ext cx="5486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09460" y="1956815"/>
            <a:ext cx="41148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7768" y="2962656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Strong conviction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High momentum!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Big green candle = Strong buying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Big red candle = Strong selling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Small candles = Market undecided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Reading the Wicks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Wicks show REJECTION - price tried but got pushed back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Long upper wick = Sellers rejected higher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Long lower wick = Buyers rejected lower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wick = Strong conviction in that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1368" y="4087368"/>
            <a:ext cx="54864" cy="822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4910328"/>
            <a:ext cx="411480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1368" y="5230368"/>
            <a:ext cx="54864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Bearish Rejection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4087368"/>
            <a:ext cx="5486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6260" y="4160520"/>
            <a:ext cx="41148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4480559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Bullish Rejection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9460" y="4389120"/>
            <a:ext cx="41148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Full Conviction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Single Candle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DOJI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424" y="2408529"/>
            <a:ext cx="6035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286" y="2911449"/>
            <a:ext cx="452628" cy="60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41424" y="2971799"/>
            <a:ext cx="6035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Indecision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Reversal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HAMMER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4544" y="2307945"/>
            <a:ext cx="60350" cy="60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8406" y="2368296"/>
            <a:ext cx="452628" cy="3520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4544" y="2720339"/>
            <a:ext cx="60350" cy="7543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Bullish reversal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At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SHOOTING STAR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7664" y="2307945"/>
            <a:ext cx="60350" cy="7543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1526" y="3062325"/>
            <a:ext cx="452628" cy="35204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7664" y="3414369"/>
            <a:ext cx="60350" cy="6035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Bearish reversal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At resistance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MARUBOZU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4646" y="2468879"/>
            <a:ext cx="452628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Full conviction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Strong trend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These patterns work best at key support/resistance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Multi-Candle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C55E"/>
                </a:solidFill>
              </a:defRPr>
            </a:pPr>
            <a:r>
              <a:t>BULLISH ENGULFING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" y="2551176"/>
            <a:ext cx="54864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2980" y="2624328"/>
            <a:ext cx="41148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" y="3035808"/>
            <a:ext cx="54864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1368" y="2084831"/>
            <a:ext cx="54864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3060" y="2176272"/>
            <a:ext cx="41148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2999232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Green engulfs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Bullish Reversal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63946"/>
                </a:solidFill>
              </a:defRPr>
            </a:pPr>
            <a:r>
              <a:t>BEARISH ENGULFING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2551176"/>
            <a:ext cx="5486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09060" y="2624328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3035808"/>
            <a:ext cx="5486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2084831"/>
            <a:ext cx="54864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9140" y="2194560"/>
            <a:ext cx="411480" cy="822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7448" y="3017520"/>
            <a:ext cx="54864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Red engulfs 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</a:defRPr>
            </a:pPr>
            <a:r>
              <a:t>Bearish 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INSIDE 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8" y="1920239"/>
            <a:ext cx="54864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5140" y="2103120"/>
            <a:ext cx="41148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13448" y="2926079"/>
            <a:ext cx="54864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53528" y="2642615"/>
            <a:ext cx="54864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5220" y="2715768"/>
            <a:ext cx="411480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3528" y="3035808"/>
            <a:ext cx="54864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2nd inside 1st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Breakout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These patterns show a SHIFT in control between buyers and 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Market Structure: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UPTREND: Higher Highs (HH) and Higher Lows (HL)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DOWNTREND: Lower Highs (LH) and Lower Lows (LL)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SIDEWAYS: Price bouncing between support and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Trade WITH the trend - it's your friend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UPTREND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HH &gt; HL &gt; HH &gt; 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DOWNTREND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LH &gt; LL &gt; LH &gt; 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SIDEWAYS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Range-bound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 &amp;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SUPPORT: Level where buying pressure stops decline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RESISTANCE: Level where selling pressure stops advance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Think of them as ZONES, not exact lines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more times tested, the stronger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When broken, support becomes resistance (flip)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Candle patterns AT these levels = best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Candlestick patterns are most reliable at major S/R levels!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Timeframes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candle = one period of that timeframe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1-min chart: Each candle = 1 minute of price action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Daily chart: Each candle = entire trading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Higher timeframes = more reliable (less noise)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check higher TF for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TRADERS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1m - 5m - 15m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SWING TRADERS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1H - 4H - Daily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1.  Identify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2.  Mark key SUPPORT and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3.  Wait for price to reach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4.  Look for CANDLESTICK PATTERNS there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5.  Confirm with candle SIZE and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6.  Enter with the trend, manage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63946"/>
                </a:solidFill>
              </a:defRPr>
            </a:pPr>
            <a:r>
              <a:t>Patience + Pattern + Level = High Probability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Candlesticks = battle between buyers and sellers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Body size = momentum  |  Wicks = rejection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Green = bulls won  |  Red = bears won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Key patterns: Doji, Hammer, Shooting Star, Engulfing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Trade WITH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Patterns work best at S/R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Higher timeframes = more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Practice daily. Screen time builds intuition.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Open TradingView and practice identifying patterns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Mark support &amp; resistance on your favorite tickers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Start a trading journal - note what you see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Paper trade before risking real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•   Join the Dojo Discord to discuss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3946"/>
                </a:solidFill>
              </a:defRPr>
            </a:pPr>
            <a:r>
              <a:t>dojogains.com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No hype. No gurus. Just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