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FIBONACCI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The Golden Ratio in Trading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Fibonacci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7315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5394960"/>
            <a:ext cx="118872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0" y="5257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0% (Swing Low)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23867"/>
            <a:ext cx="118872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428670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23.6%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823106"/>
            <a:ext cx="118872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368594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38.2%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337560"/>
            <a:ext cx="11887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852013"/>
            <a:ext cx="1188720" cy="1828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71485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AB308"/>
                </a:solidFill>
              </a:defRPr>
            </a:pPr>
            <a:r>
              <a:t>61.8% (Golden)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160727"/>
            <a:ext cx="118872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02356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3946"/>
                </a:solidFill>
              </a:defRPr>
            </a:pPr>
            <a:r>
              <a:t>78.6%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118872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100% (Swing High)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160727"/>
            <a:ext cx="731520" cy="691286"/>
          </a:xfrm>
          <a:prstGeom prst="rect">
            <a:avLst/>
          </a:prstGeom>
          <a:solidFill>
            <a:srgbClr val="22C55E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252167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OTE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LEVELS: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  61.8% = Golden Ratio (most important)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  50% = Equilibrium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  OTE Zone (62-79%) = Best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  38.2% = Shallow retracement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114800"/>
            <a:ext cx="4114800" cy="182880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846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Fib Retracement on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Premium vs Discount Zones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371600"/>
            <a:ext cx="914400" cy="2011680"/>
          </a:xfrm>
          <a:prstGeom prst="rect">
            <a:avLst/>
          </a:prstGeom>
          <a:solidFill>
            <a:srgbClr val="E63946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Above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651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3946"/>
                </a:solidFill>
              </a:defRPr>
            </a:pPr>
            <a:r>
              <a:t>SELL ZONE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383280"/>
            <a:ext cx="14630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429000"/>
            <a:ext cx="914400" cy="2011680"/>
          </a:xfrm>
          <a:prstGeom prst="rect">
            <a:avLst/>
          </a:prstGeom>
          <a:solidFill>
            <a:srgbClr val="22C55E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114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389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Below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BUY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THE RULE: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In UPTREND: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Buy at DISCOUNT (below 50%)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3946"/>
                </a:solidFill>
              </a:defRPr>
            </a:pPr>
            <a:r>
              <a:t>In DOWNTREND: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Sell at PREMIUM (above 50%)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B308"/>
                </a:solidFill>
              </a:defRPr>
            </a:pPr>
            <a:r>
              <a:t>Buy cheap, sell expensive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OTE - Optimal Trade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OTE = 62% to 79% Fibonacci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is where smart money enters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Deepest pullback before continuation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Combine with FVG/OB for A+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OTE ZONE VISUAL: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3200400" cy="1097280"/>
          </a:xfrm>
          <a:prstGeom prst="rect">
            <a:avLst/>
          </a:prstGeom>
          <a:solidFill>
            <a:srgbClr val="22C55E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62%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OTE ZONE - ENTER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79%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474720"/>
            <a:ext cx="41148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57199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OTE Entry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OTE + FVG + Killzone = Sniper Entry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61.8% = Golden Ratio (most important)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OTE Zone (62-79%) = Optimal entry area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Premium = Sell zone | Discount = Buy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Combine Fib with FVG/OB for best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Draw Fib from swing low to high (or vice versa)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Wait for price to enter OTE before looking for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Complete Fib Trade 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