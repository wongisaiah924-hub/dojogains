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Fair Value Gaps &amp; Market Inefficiency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Core Pillar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an Imbalance?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An imbalance occurs when price moves too fast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Creates a gap where not all orders were filled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Also called: Fair Value Gap (FVG), Inefficiency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aggressive buying OR 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often returns to 'fill' or 'rebalance' the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Key concept in ICT and Smart Money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Markets seek balance - imbalances get filled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Identifying a Fair Value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at 3 consecutive candles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Middle candle = the 'displacement' candle (large body)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Gap = space between Candle 1's wick and Candle 3's wick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BULLISH FVG: Candle 3's LOW &gt; Candle 1's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BEARISH FVG: Candle 3's HIGH &lt; Candle 1's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gap area is your FVG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3 candles, 1 gap = FVG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Bullish Fair Value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Forms during strong upward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Gap between Candle 1 HIGH and Candle 3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aggressive BUYING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often retraces DOWN to fill this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becomes a SUPPORT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LONG entries when price returns to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Bullish FVG = Buy Zone on Pullback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Bearish Fair Value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Forms during strong downward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Gap between Candle 1 LOW and Candle 3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aggressive SELLING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often retraces UP to fill this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becomes a RESISTANCE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SHORT entries when price returns to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Bearish FVG = Sell Zone on Rally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FVG Fill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50% (Equilibrium/CE): Most common fill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100% (Full Fill): Price fills entire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Partial Fill: Price touches FVG but doesn't fill 50%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stronger the trend, the less likely a full fill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 50% as your primary entry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the FVG on your chart and wait for price to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50% is the sweet spot for entries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to Trade 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1. Identify the trend direction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2. Look for displacement (big candle creating FVG)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3. Mark the FVG zone on your chart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4. Wait for price to retrace to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5. Enter at the 50% level with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6. Stop below/above the FVG, target next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FVG + Trend alignment = High probability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FVG + Confluence = A+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at an Order Block = strong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at a key support/resistance = strong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in a Killzone time = stronger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after liquidity sweep = strongest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Multiple FVGs overlapping = mega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Always combine FVG with other SMC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More confluence = higher probability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= Gap created by fast price movement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3-candle formation: Check Candle 1 &amp; 3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Bullish FVG = Support zone for longs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Bearish FVG = Resistance zone for shorts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Target the 50% (equilibrium) for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seeks to fill imbalances before continuing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t>Imbalances are magnets - price comes 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