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DIVERGENCES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t>When Price and Momentum Disagree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is Divergence?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Divergence = Price and indicator moving in opposite directions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Shows weakening momentum behind a move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Early warning sign of potential reversal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Common indicators: RSI, MACD, Stochastic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One of the most powerful reversal signals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Works on all timeframes and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Divergence reveals what price hides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Types of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REGULAR DIVERGENCE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Signals potential REVERSAL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Trend is weakening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HIDDEN DIVERGENCE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Signals potential CONTINUATION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Trend is strong, pullback 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Regular = Counter-trend signal (reversal)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Hidden = With-trend signal (continuation)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Both are powerful when used correctly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Regular Bullish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makes LOWER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Indicator makes HIGHER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Meaning: Selling pressure is weakening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Buyers are stepping in despite lower prices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Signal: Potential bullish reversal coming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Best at: Key support levels, after extended downtrend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Price: Lower Low | Indicator: Higher Low = BUY SIGNAL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Regular Bearish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makes HIGHER HIGH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Indicator makes LOWER HIGH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Meaning: Buying pressure is weakening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Sellers are stepping in despite higher prices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Signal: Potential bearish reversal coming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Best at: Key resistance levels, after extended uptrend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3946"/>
                </a:solidFill>
              </a:defRPr>
            </a:pPr>
            <a:r>
              <a:t>Price: Higher High | Indicator: Lower High = SELL SIGNAL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Hidden Bullish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makes HIGHER LOW (uptrend pullback)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Indicator makes LOWER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Meaning: Pullback is losing momentum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Trend is still strong, continuation likely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Signal: Uptrend will resume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Best for: Trend continuation entries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Uptrend pullback ending = BUY the dip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Hidden Bearish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makes LOWER HIGH (downtrend rally)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Indicator makes HIGHER HIGH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Meaning: Rally is losing momentum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Trend is still strong, continuation likely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Signal: Downtrend will resume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Best for: Trend continuation entries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3946"/>
                </a:solidFill>
              </a:defRPr>
            </a:pPr>
            <a:r>
              <a:t>Downtrend rally ending = SELL the rip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Best Indicators for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RSI (Relative Strength Index)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Most popular, works on all timeframes, clear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MACD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Good for trend strength, histogram divergence is powerful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B308"/>
                </a:solidFill>
              </a:defRPr>
            </a:pPr>
            <a:r>
              <a:t>Stochastic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Fast signals, best for ranging markets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OBV (On-Balance Volume)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Volume-based divergence, shows institutional activity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to Trade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1. Identify the divergence (price vs indicator)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2. Confirm with key level (S/R, FVG, order block)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3. Wait for candlestick confirmation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4. Enter after confirmation candle closes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5. Stop beyond the swing high/low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6. Target next key level or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Divergence + Confluence = High probability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Common Divergence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Trading divergence alone without confluence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Entering before confirmation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Fighting strong trends with divergence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Using divergence on very low timeframes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Ignoring the bigger picture (HTF trend)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Not waiting for the second swing to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Divergence is a warning, not a trigger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Regular Divergence = Reversal signal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Hidden Divergence = Continuation signal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Bullish: Price LL, Indicator HL (or vice versa)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Bearish: Price HH, Indicator LH (or vice versa)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RSI is the most reliable for divergence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Always combine with key levels for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Divergence + Level + Confirmation = Trade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