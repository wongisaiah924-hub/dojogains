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IMBALANCES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Fair Value Gaps &amp; Market Inefficiency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Core Pillar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What is an Imbalance?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An imbalance occurs when price moves too fast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Creates a gap where not all orders were filled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Also called: Fair Value Gap (FVG), Inefficiency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aggressive buying OR selling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often returns to 'fill' or 'rebalance' the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Key concept in ICT and Smart Money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Markets seek balance - imbalances get filled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Identifying a Fair Value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Look at 3 consecutive candles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Middle candle = the 'displacement' candle (large body)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Gap = space between Candle 1's wick and Candle 3's wick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BULLISH FVG: Candle 3's LOW &gt; Candle 1's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BEARISH FVG: Candle 3's HIGH &lt; Candle 1's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gap area is your FVG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3 candles, 1 gap = FVG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 Fair Value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Forms during strong upward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Gap between Candle 1 HIGH and Candle 3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aggressive BUYING pressure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often retraces DOWN to fill this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becomes a SUPPORT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Look for LONG entries when price returns to FVG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 FVG = Buy Zone on Pullback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Bearish Fair Value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Forms during strong downward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Gap between Candle 1 LOW and Candle 3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aggressive SELLING pressure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often retraces UP to fill this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becomes a RESISTANCE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Look for SHORT entries when price returns to FVG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Bearish FVG = Sell Zone on Rally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 Fill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50% (Equilibrium/CE): Most common fill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100% (Full Fill): Price fills entire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Partial Fill: Price touches FVG but doesn't fill 50%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stronger the trend, the less likely a full fill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Use 50% as your primary entry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the FVG on your chart and wait for price to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50% is the sweet spot for entries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How to Trade Imbalances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Identify the trend direction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Look for displacement (big candle creating FVG)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Mark the FVG zone on your chart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Wait for price to retrace to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Enter at the 50% level with confirmation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6. Stop below/above the FVG, target next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 + Trend alignment = High probability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 + Confluence = A+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at an Order Block = strong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at a key support/resistance = strong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in a Killzone time = stronger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after liquidity sweep = strongest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Multiple FVGs overlapping = mega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Always combine FVG with other SMC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More confluence = higher probability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= Gap created by fast price movement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3-candle formation: Check Candle 1 &amp; 3 wicks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Bullish FVG = Support zone for longs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Bearish FVG = Resistance zone for shorts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Target the 50% (equilibrium) for entries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seeks to fill imbalances before continuing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Imbalances are magnets - price comes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