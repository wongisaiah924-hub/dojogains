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BUILDING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TRADING PLAYBOOK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108960"/>
            <a:ext cx="274320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DOJO GAINS - Mentorship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Your Personal Trading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What is a Trading Playbook?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 documented set of YOUR proven setups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Clear rules for entry, exit, and management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Based on YOUR backtesting and experience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Removes emotion from trading decisions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Your 'game plan' for every market scenario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Evolves as you learn and 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No playbook = No consistency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Why You Need a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Eliminates guessing and FOMO trading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Creates consistency in your approach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Makes journaling and review easier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Identifies what actually works for YOU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Prevents strategy hopping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Professional traders all have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Consistency breeds success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Playbook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1. Setup Name (e.g., 'London Sweep Reversal')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2. Market Conditions (trend, range, volatility)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3. Entry Criteria (specific rules)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4. Exit Criteria (stop loss, targets)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5. Time of Day (when this setup works)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6. Risk Parameters (position size, R:R)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7. Screenshots of Example Trades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Creating Your Setups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Start with 2-3 setups MAXIMUM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Each setup should have clear, repeatable rules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Backtest each setup (minimum 50 trades)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Forward test in demo before going live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Document win rate, avg R:R, best times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Only add new setups when current ones mastered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Master few, not many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Example: London Sweep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Name: London Sweep Reversal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Time: 2:00 AM - 5:00 AM ET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Condition: Price sweeps Asian H or 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Entry: At FVG or OB after sweep, with BOS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Stop: Beyond sweep wick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Target: Opposite liquidity (Asian L if swept H)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R:R: Minimum 1:2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This is a complete setup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Pre-Trade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Is this a setup from my playbook?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Am I trading during the right time?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Is the higher timeframe trend aligned?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Do I have clear entry and stop levels?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Is R:R at least 1:2?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Is my position size correct (1-2% risk)?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Am I emotionally ready to take this trade?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All YES = Take the trade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Tracking &amp; Review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Journal EVERY trade (win or loss)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Screenshot entry, management, exit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Note: What setup? Did you follow rules?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Weekly review: What worked? What didn't?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Monthly: Calculate stats per setup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Quarterly: Update playbook based on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Data drives improvement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Building Your Playbook: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1. Choose 2-3 concepts you understand well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2. Define clear rules for each setup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3. Backtest on historical charts (50+ trades)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4. Document everything in your playbook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5. Forward test in demo for 2-4 weeks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6. Go live with small size, track results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7. Review monthly, refine, repeat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 playbook = Your documented trading system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Start with 2-3 setups, master before adding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Every setup needs clear rules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Use a checklist before every trade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Journal and review religiously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Your playbook evolves with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Your playbook is your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Inter"/>
              </a:rPr>
              <a:t>🥋 DOJO GAINS  •  dojogains.com  •  Stop Gambling. Start Trading.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