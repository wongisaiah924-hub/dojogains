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When Smart Money Moves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566160"/>
            <a:ext cx="2743200" cy="1828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DOJO GAINS - Core Pillar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Why Time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Markets are not active 24/7 - there are windows of opportunity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Institutions trade during specific hours (Killzones)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Volume and volatility peak during certain times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Wrong time = low probability setups, fakeouts, chop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Right time = clean moves, follow-through, real setups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Time is the invisible edge most traders ignore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Four Killzones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ASIAN 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7:00 PM - 12:00 AM 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Range building, liquidity setup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22C55E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LONDON SESSION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3464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2:00 AM - 5:00 AM 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1546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First major move, trend initiation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8872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NY AM SESSION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5544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8:30 AM - 11:00 AM 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874519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Highest volume, strongest moves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4688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NY PM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83464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1:00 PM - 4:00 PM 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3154680"/>
            <a:ext cx="41148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Continuation or reversal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All times in New York (Eastern)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Asian Session (7 PM - 12 AM 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Generally the LOWEST volatility session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Price often consolidates and builds a range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Creates liquidity above and below the range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Sets up the 'Asian High' and 'Asian Low'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Smart money accumulates positions quietly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Best use: Mark the range, prepare for London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The calm before the storm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London Killzone (2 AM - 5 AM 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First major liquidity injection of the day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Often sweeps Asian session high OR low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Sets the direction for the day (London = True Move)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High probability setups form here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Best for: EUR, GBP pairs, indices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Watch for manipulation then reversal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London sets the tone - pay attention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New York AM (8:30 AM - 11 AM 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HIGHEST volume session - most opportunities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US economic data releases (8:30 AM)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Often continues London's move OR reverses it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Watch for NY Open manipulation (9:30 AM)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Best session for US stocks, indices, USD pairs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Power Hour: 9:30 - 10:30 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This is where the money is made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New York PM (1 PM - 4 PM ET)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Volume decreases after lunch (11 AM - 1 PM is dead)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Often sees reversals or trend continuation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Last hour (3-4 PM) can have strong moves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Institutions closing positions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Good for: Swing trade entries, position adjustments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Avoid: 11 AM - 1 PM (lunch = chop)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Finish strong or step aside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Time-Based Trading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1. Mark the Asian range (high and low)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2. At London open, watch for sweep of Asian H/L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3. Enter after sweep + confirmation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4. If no setup in London, wait for NY AM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5. Avoid trading outside Killzones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6. Close or manage by NY lunch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Patience during off-hours = profits during Killzones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97280"/>
            <a:ext cx="7772400" cy="45720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Asian = Range building (mark H/L)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London = First real move (2-5 AM ET)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NY AM = Highest volume (8:30-11 AM ET)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NY PM = Continuation/reversal (1-4 PM ET)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Avoid: Asian (unless ranging) and NY Lunch</a:t>
            </a:r>
          </a:p>
          <a:p>
            <a:pPr>
              <a:spcBef>
                <a:spcPts val="600"/>
              </a:spcBef>
              <a:spcAft>
                <a:spcPts val="1000"/>
              </a:spcAft>
              <a:defRPr sz="2200">
                <a:solidFill>
                  <a:srgbClr val="FFFFFF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•   Best setups happen IN the Killzones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solidFill>
            <a:srgbClr val="1A1A1A"/>
          </a:solidFill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63946"/>
                </a:solidFill>
              </a:defRPr>
            </a:pPr>
            <a:r>
              <a:rPr>
                <a:solidFill>
                  <a:srgbClr val="BBBBBB"/>
                </a:solidFill>
                <a:latin typeface="Inter"/>
              </a:rPr>
              <a:t>Trade the right time, not all the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>
                <a:solidFill>
                  <a:srgbClr val="888888"/>
                </a:solidFill>
                <a:latin typeface="Inter"/>
              </a:rPr>
              <a:t>🥋 DOJO GAINS  •  dojogains.com  •  Stop Gambling. Start Trading.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