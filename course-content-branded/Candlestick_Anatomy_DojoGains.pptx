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JAPANESE CANDLESTICKS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Anatomy &amp; Market 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3474720"/>
            <a:ext cx="2743200" cy="182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63946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DOJO GAINS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Master the Art of Trading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What Are Candlesticks?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Originated in 18th century Japan by rice trader Munehisa Homma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Each candle represents price action over a specific time period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Shows FOUR key prices: Open, High, Low, Close (OHLC)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More visual than line charts - tells the story of price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The foundation of technical analysis and price action trading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Used across all markets: stocks, options, crypto, futures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Candlesticks reveal market psychology in a single glance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Candlestick Anatomy</a:t>
            </a:r>
          </a:p>
        </p:txBody>
      </p:sp>
      <p:sp>
        <p:nvSpPr>
          <p:cNvPr id="3" name="Rectangle 2"/>
          <p:cNvSpPr/>
          <p:nvPr/>
        </p:nvSpPr>
        <p:spPr>
          <a:xfrm>
            <a:off x="2715768" y="1371600"/>
            <a:ext cx="54864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37460" y="1828800"/>
            <a:ext cx="411480" cy="13716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15768" y="3200400"/>
            <a:ext cx="54864" cy="3657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371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HIGH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371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2C55E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CLOSE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1371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2C55E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OPEN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66160"/>
            <a:ext cx="1371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4206240"/>
            <a:ext cx="1371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2C55E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BULLISH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73368" y="1371600"/>
            <a:ext cx="54864" cy="3657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5060" y="1737360"/>
            <a:ext cx="411480" cy="13716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73368" y="3108960"/>
            <a:ext cx="54864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0" y="1188720"/>
            <a:ext cx="1371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1828800"/>
            <a:ext cx="1371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63946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OPEN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2926080"/>
            <a:ext cx="1371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63946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CLOSE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3657600"/>
            <a:ext cx="1371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4206240"/>
            <a:ext cx="1371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63946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BEARISH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Upper Wick = Price reached higher but pulled 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44068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Body = Open to Close range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8521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Lower Wick = Price went lower but recovered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Bullish vs Bearish</a:t>
            </a:r>
          </a:p>
        </p:txBody>
      </p:sp>
      <p:sp>
        <p:nvSpPr>
          <p:cNvPr id="3" name="Oval 2"/>
          <p:cNvSpPr/>
          <p:nvPr/>
        </p:nvSpPr>
        <p:spPr>
          <a:xfrm>
            <a:off x="731520" y="1234440"/>
            <a:ext cx="320040" cy="32004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143000"/>
            <a:ext cx="32004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2C55E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BULLISH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2487168" y="1828800"/>
            <a:ext cx="54864" cy="2286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308860" y="2057400"/>
            <a:ext cx="411480" cy="1188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487168" y="3246120"/>
            <a:ext cx="54864" cy="1828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4114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Close &gt; Open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4114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Buyers won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4114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Price moved UP</a:t>
            </a:r>
          </a:p>
        </p:txBody>
      </p:sp>
      <p:sp>
        <p:nvSpPr>
          <p:cNvPr id="11" name="Oval 10"/>
          <p:cNvSpPr/>
          <p:nvPr/>
        </p:nvSpPr>
        <p:spPr>
          <a:xfrm>
            <a:off x="4846320" y="1234440"/>
            <a:ext cx="320040" cy="32004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1143000"/>
            <a:ext cx="32004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63946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BEARISH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01968" y="1828800"/>
            <a:ext cx="54864" cy="1828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23660" y="2011680"/>
            <a:ext cx="411480" cy="1188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01968" y="3200400"/>
            <a:ext cx="54864" cy="2286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3657600"/>
            <a:ext cx="4114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Close &lt; Open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114800"/>
            <a:ext cx="4114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Sellers won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572000"/>
            <a:ext cx="4114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Price moved DOWN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The color tells you WHO WON - buyers or sellers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Candle Size = Momentum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27432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SMALL</a:t>
            </a:r>
          </a:p>
        </p:txBody>
      </p:sp>
      <p:sp>
        <p:nvSpPr>
          <p:cNvPr id="4" name="Rectangle 3"/>
          <p:cNvSpPr/>
          <p:nvPr/>
        </p:nvSpPr>
        <p:spPr>
          <a:xfrm>
            <a:off x="1801368" y="2478024"/>
            <a:ext cx="54864" cy="10972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23060" y="2587752"/>
            <a:ext cx="411480" cy="3200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01368" y="2907792"/>
            <a:ext cx="54864" cy="10972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27432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Indecision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27432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Low momentum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005840"/>
            <a:ext cx="27432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MEDIUM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44568" y="2176272"/>
            <a:ext cx="54864" cy="1371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66260" y="2313432"/>
            <a:ext cx="41148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44568" y="2907791"/>
            <a:ext cx="54864" cy="10972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3200400"/>
            <a:ext cx="27432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Normal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566160"/>
            <a:ext cx="27432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Steady movement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1005840"/>
            <a:ext cx="27432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2C55E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LARGE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87768" y="1883663"/>
            <a:ext cx="54864" cy="731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09460" y="1956815"/>
            <a:ext cx="411480" cy="10058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87768" y="2962656"/>
            <a:ext cx="54864" cy="5486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0" y="3200400"/>
            <a:ext cx="27432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2C55E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Strong conviction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566160"/>
            <a:ext cx="27432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2C55E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High momentum!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20624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Big green candle = Strong buying pressure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Big red candle = Strong selling pressure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Small candles = Market undecided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Reading the Wicks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Wicks show REJECTION - price tried but got pushed back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Long upper wick = Sellers rejected higher prices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Long lower wick = Buyers rejected lower prices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No wick = Strong conviction in that direction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801368" y="4087368"/>
            <a:ext cx="54864" cy="8229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23060" y="4910328"/>
            <a:ext cx="411480" cy="3200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01368" y="5230368"/>
            <a:ext cx="54864" cy="731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27432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3946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Bearish Rejection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44568" y="4087368"/>
            <a:ext cx="54864" cy="731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66260" y="4160520"/>
            <a:ext cx="411480" cy="3200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44568" y="4480559"/>
            <a:ext cx="54864" cy="8229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5486400"/>
            <a:ext cx="27432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2C55E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Bullish Rejection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09460" y="4389120"/>
            <a:ext cx="411480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5486400"/>
            <a:ext cx="27432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Full Conviction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Single Candle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828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DOJI</a:t>
            </a:r>
          </a:p>
        </p:txBody>
      </p:sp>
      <p:sp>
        <p:nvSpPr>
          <p:cNvPr id="4" name="Rectangle 3"/>
          <p:cNvSpPr/>
          <p:nvPr/>
        </p:nvSpPr>
        <p:spPr>
          <a:xfrm>
            <a:off x="1341424" y="2408529"/>
            <a:ext cx="60350" cy="502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5286" y="2911449"/>
            <a:ext cx="452628" cy="60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41424" y="2971799"/>
            <a:ext cx="60350" cy="502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1828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Indecision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77639"/>
            <a:ext cx="1828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Reversal signal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005840"/>
            <a:ext cx="1828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HAMMER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44544" y="2307945"/>
            <a:ext cx="60350" cy="60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8406" y="2368296"/>
            <a:ext cx="452628" cy="35204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44544" y="2720339"/>
            <a:ext cx="60350" cy="7543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0" y="3657600"/>
            <a:ext cx="1828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Bullish reversal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3977639"/>
            <a:ext cx="1828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At support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1005840"/>
            <a:ext cx="1828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SHOOTING STAR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47664" y="2307945"/>
            <a:ext cx="60350" cy="7543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351526" y="3062325"/>
            <a:ext cx="452628" cy="35204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547664" y="3414369"/>
            <a:ext cx="60350" cy="60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3657600"/>
            <a:ext cx="1828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Bearish reversal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3977639"/>
            <a:ext cx="1828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At resistance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1005840"/>
            <a:ext cx="1828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MARUBOZU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54646" y="2468879"/>
            <a:ext cx="452628" cy="10058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0" y="3657600"/>
            <a:ext cx="1828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Full conviction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977639"/>
            <a:ext cx="1828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Strong trend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These patterns work best at key support/resistance levels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Multi-Candle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05840"/>
            <a:ext cx="27432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2C55E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BULLISH ENGULFING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1161288" y="2551176"/>
            <a:ext cx="54864" cy="731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82980" y="2624328"/>
            <a:ext cx="411480" cy="4114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61288" y="3035808"/>
            <a:ext cx="54864" cy="731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01368" y="2084831"/>
            <a:ext cx="54864" cy="914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23060" y="2176272"/>
            <a:ext cx="411480" cy="8229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01368" y="2999232"/>
            <a:ext cx="54864" cy="10972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3291840"/>
            <a:ext cx="27432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Green engulfs 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611880"/>
            <a:ext cx="27432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2C55E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Bullish Reversal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005840"/>
            <a:ext cx="27432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E63946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BEARISH ENGULFING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87368" y="2551176"/>
            <a:ext cx="54864" cy="731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09060" y="2624328"/>
            <a:ext cx="411480" cy="4114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87368" y="3035808"/>
            <a:ext cx="54864" cy="731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27448" y="2084831"/>
            <a:ext cx="54864" cy="10972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49140" y="2194560"/>
            <a:ext cx="411480" cy="8229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27448" y="3017520"/>
            <a:ext cx="54864" cy="914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0" y="3291840"/>
            <a:ext cx="27432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Red engulfs green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611880"/>
            <a:ext cx="27432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63946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Bearish Reversal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1005840"/>
            <a:ext cx="27432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INSIDE BAR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13448" y="1920239"/>
            <a:ext cx="54864" cy="1828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35140" y="2103120"/>
            <a:ext cx="411480" cy="8229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013448" y="2926079"/>
            <a:ext cx="54864" cy="1828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53528" y="2642615"/>
            <a:ext cx="54864" cy="731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75220" y="2715768"/>
            <a:ext cx="411480" cy="3200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53528" y="3035808"/>
            <a:ext cx="54864" cy="731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0" y="3291840"/>
            <a:ext cx="27432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2nd inside 1st range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3611880"/>
            <a:ext cx="27432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Breakout Setup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These patterns show a SHIFT in control between buyers and sellers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Market Structure: Trends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UPTREND: Higher Highs (HH) and Higher Lows (HL)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DOWNTREND: Lower Highs (LH) and Lower Lows (LL)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SIDEWAYS: Price bouncing between support and resistance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Trade WITH the trend - it's your friend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206240"/>
            <a:ext cx="256032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2C55E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UPTREND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663440"/>
            <a:ext cx="256032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HH &gt; HL &gt; HH &gt; HL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4206240"/>
            <a:ext cx="256032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63946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DOWNTREND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4663440"/>
            <a:ext cx="256032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LH &gt; LL &gt; LH &gt; 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4206240"/>
            <a:ext cx="256032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SIDEWAYS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4663440"/>
            <a:ext cx="256032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Range-bound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Support &amp; Resistance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SUPPORT: Level where buying pressure stops decline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RESISTANCE: Level where selling pressure stops advance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Think of them as ZONES, not exact lines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The more times tested, the stronger the level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When broken, support becomes resistance (flip)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Candle patterns AT these levels = best setups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Candlestick patterns are most reliable at major S/R levels!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Timeframes Matter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Each candle = one period of that timeframe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1-min chart: Each candle = 1 minute of price action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Daily chart: Each candle = entire trading day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Higher timeframes = more reliable (less noise)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Always check higher TF for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32004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DAY TRADERS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32004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1m - 5m - 15m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4389120"/>
            <a:ext cx="32004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SWING TRADERS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846320"/>
            <a:ext cx="32004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1H - 4H - Daily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Putting It All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1.  Identify the TREND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2.  Mark key SUPPORT and RESISTANCE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3.  Wait for price to reach a key level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4.  Look for CANDLESTICK PATTERNS there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5.  Confirm with candle SIZE and WICKS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6.  Enter with the trend, manage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4632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E63946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Patience + Pattern + Level = High Probability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Candlesticks = battle between buyers and sellers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Body size = momentum  |  Wicks = rejection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Green = bulls won  |  Red = bears won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Key patterns: Doji, Hammer, Shooting Star, Engulfing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Trade WITH the trend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Patterns work best at S/R levels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Higher timeframes = more reliable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Practice daily. Screen time builds intuition.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Your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Open TradingView and practice identifying patterns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Mark support &amp; resistance on your favorite tickers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Start a trading journal - note what you see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Paper trade before risking real money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Join the Dojo Discord to discuss setups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63946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dojogains.com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21208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No hype. No gurus. Just growth.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88888"/>
                </a:solidFill>
                <a:latin typeface="Inter"/>
              </a:rPr>
              <a:t>🥋 DOJO GAINS  •  dojogains.com  •  Stop Gambling. Start Trading.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