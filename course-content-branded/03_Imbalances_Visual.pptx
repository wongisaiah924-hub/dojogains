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IMBALANCES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Fair Value Gaps (FVG)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DOJO GAINS - Core Pillar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What is a Fair Value Gap?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An FVG is a GAP created when price moves too 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3-CANDLE FORMATION: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8740" y="2560320"/>
            <a:ext cx="45720" cy="137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2697479"/>
            <a:ext cx="3657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48740" y="3154679"/>
            <a:ext cx="45720" cy="137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9144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Candle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0260" y="1828800"/>
            <a:ext cx="45720" cy="91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20239" y="1920240"/>
            <a:ext cx="36576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80260" y="2834640"/>
            <a:ext cx="45720" cy="91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3108960"/>
            <a:ext cx="109728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Candle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337560"/>
            <a:ext cx="128016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(Displacement)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1780" y="1463040"/>
            <a:ext cx="45720" cy="137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1600200"/>
            <a:ext cx="3657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11780" y="2057400"/>
            <a:ext cx="45720" cy="137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2377440"/>
            <a:ext cx="9144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Candle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331720"/>
            <a:ext cx="2286000" cy="320040"/>
          </a:xfrm>
          <a:prstGeom prst="rect">
            <a:avLst/>
          </a:prstGeom>
          <a:solidFill>
            <a:srgbClr val="1A1A1A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331720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FVG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468880"/>
            <a:ext cx="73152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C1 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148840"/>
            <a:ext cx="73152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C3 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5544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GAP between: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92024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B82F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Candle 1's HIGH and Candle 3's 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2860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This gap = IMBALANCE = Entry zone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65176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Price often RETURNS to fill this gap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657600"/>
            <a:ext cx="4114800" cy="2286000"/>
          </a:xfrm>
          <a:prstGeom prst="rect">
            <a:avLst/>
          </a:prstGeom>
          <a:solidFill>
            <a:srgbClr val="1A1A1A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6177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INSERT: FVG Example on Chart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Bullish Fair Value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623060" y="2926080"/>
            <a:ext cx="45720" cy="91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017520"/>
            <a:ext cx="36576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23060" y="3383280"/>
            <a:ext cx="4572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63140" y="2194560"/>
            <a:ext cx="45720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03120" y="2267712"/>
            <a:ext cx="36576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63140" y="3090672"/>
            <a:ext cx="45720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03220" y="1645920"/>
            <a:ext cx="45720" cy="137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783080"/>
            <a:ext cx="3657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3220" y="2240280"/>
            <a:ext cx="45720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2560320"/>
            <a:ext cx="2194560" cy="411480"/>
          </a:xfrm>
          <a:prstGeom prst="rect">
            <a:avLst/>
          </a:prstGeom>
          <a:solidFill>
            <a:srgbClr val="1A1A1A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606040"/>
            <a:ext cx="219456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BULLISH FVG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22192" y="1371600"/>
            <a:ext cx="36576" cy="1005839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3749040" y="2331720"/>
            <a:ext cx="182880" cy="13716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188720"/>
            <a:ext cx="1371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Price returns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417320"/>
            <a:ext cx="1371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to FVG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Forms during UPWARD moves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Candle 3 LOW &gt; Candle 1 HIGH = Gap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Shows aggressive BUYING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FVG acts as SUPPORT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Enter LONG when price retraces to FVG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14800"/>
            <a:ext cx="4114800" cy="1828800"/>
          </a:xfrm>
          <a:prstGeom prst="rect">
            <a:avLst/>
          </a:prstGeom>
          <a:solidFill>
            <a:srgbClr val="1A1A1A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INSERT: Bullish FVG Trade 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297680"/>
            <a:ext cx="393192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Bullish FVG = BUY ZONE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Bearish Fair Value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623060" y="1645920"/>
            <a:ext cx="4572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1828800"/>
            <a:ext cx="36576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23060" y="2194560"/>
            <a:ext cx="45720" cy="91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63140" y="2194560"/>
            <a:ext cx="45720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03120" y="2267712"/>
            <a:ext cx="36576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63140" y="3090672"/>
            <a:ext cx="45720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03220" y="2743200"/>
            <a:ext cx="45720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2852928"/>
            <a:ext cx="3657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3220" y="3310128"/>
            <a:ext cx="45720" cy="137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2057400"/>
            <a:ext cx="2194560" cy="411480"/>
          </a:xfrm>
          <a:prstGeom prst="rect">
            <a:avLst/>
          </a:prstGeom>
          <a:solidFill>
            <a:srgbClr val="1A1A1A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103120"/>
            <a:ext cx="219456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BEARISH FVG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22192" y="2286000"/>
            <a:ext cx="36576" cy="1005839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3749040" y="2194560"/>
            <a:ext cx="182880" cy="13716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3291840"/>
            <a:ext cx="1371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Price returns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520440"/>
            <a:ext cx="1371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to FVG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Forms during DOWNWARD moves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Candle 3 HIGH &lt; Candle 1 LOW = Gap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Shows aggressive SELLING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FVG acts as RESISTANCE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Enter SHORT when price retraces to FVG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14800"/>
            <a:ext cx="4114800" cy="1828800"/>
          </a:xfrm>
          <a:prstGeom prst="rect">
            <a:avLst/>
          </a:prstGeom>
          <a:solidFill>
            <a:srgbClr val="1A1A1A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INSERT: Bearish FVG Trade 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297680"/>
            <a:ext cx="393192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Bearish FVG = SELL ZONE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50% Level (Consequent Encroachment)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5940" y="2560320"/>
            <a:ext cx="45720" cy="91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0" y="2651760"/>
            <a:ext cx="36576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05940" y="3017520"/>
            <a:ext cx="45720" cy="137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37460" y="1828800"/>
            <a:ext cx="45720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39" y="1901952"/>
            <a:ext cx="365760" cy="868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37460" y="2770632"/>
            <a:ext cx="45720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68980" y="1371600"/>
            <a:ext cx="45720" cy="137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0" y="1508760"/>
            <a:ext cx="3657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68980" y="1965960"/>
            <a:ext cx="45720" cy="91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2331720"/>
            <a:ext cx="2377440" cy="502920"/>
          </a:xfrm>
          <a:prstGeom prst="rect">
            <a:avLst/>
          </a:prstGeom>
          <a:solidFill>
            <a:srgbClr val="1A1A1A">
              <a:lumMod val="35000"/>
              <a:lumOff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2578608"/>
            <a:ext cx="237744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423160"/>
            <a:ext cx="1371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AB308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50% (CE)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240280"/>
            <a:ext cx="109728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FVG 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743200"/>
            <a:ext cx="109728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FVG Bottom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CE = 50% midpoint of the 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This is the EQUILIBRIUM of the imbalance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BEST entry level within the 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often reacts precisely at 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Use CE as your primary entry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AB308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50% CE = Sweet Spot Entry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How to Trade FVGs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Step-by-Step FVG Trade: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6576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Identify the TREND direction on higher timeframe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36576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Look for DISPLACEMENT candle creating FVG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6576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Mark the FVG zone and 50% CE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36576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WAIT for price to retrace back to FVG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36576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Enter at 50% CE with confirmation candle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36576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Stop beyond FVG, target next liquidity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8229600" cy="1554480"/>
          </a:xfrm>
          <a:prstGeom prst="rect">
            <a:avLst/>
          </a:prstGeom>
          <a:solidFill>
            <a:srgbClr val="1A1A1A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INSERT: Complete FVG Trade Example (Entry to Exit)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FVG = Gap where price moved too fast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3-candle formation: Check C1 &amp; C3 wicks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Bullish FVG = Support (buy zone)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Bearish FVG = Resistance (sell zone)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50% CE is the optimal entry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Wait for price to RETURN to FVG before entering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Imbalances are magnets - price comes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Inter"/>
              </a:rPr>
              <a:t>🥋 DOJO GAINS  •  dojogains.com  •  Stop Gambling. Start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