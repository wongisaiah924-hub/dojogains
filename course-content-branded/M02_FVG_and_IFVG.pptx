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FAIR VALUE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&amp; Inverse FVGs (IFVGs)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Fair Value Gap = Price imbalance on the chart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Created when price moves aggressively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3-candle formation with a gap between 1st and 3rd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Bullish FVG: Candle 3 LOW &gt; Candle 1 HIGH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Bearish FVG: Candle 3 HIGH &lt; Candle 1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tends to return and 'fill' these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Imbalances seek balance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Types of Fair Value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STANDARD FVG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Gap between wicks of candle 1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Most common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CONSEQUENT ENCROACHMENT (CE)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50% midpoint of the FVG - key entry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INVERSE FVG (IFVG)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When an FVG gets violated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and becomes the opposite zone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74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BREAKER + FVG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840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that forms after BOS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11480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Higher probability zone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an Inverse FVG (IFVG)?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An IFVG forms when a regular FVG gets VIOLATED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trades through the FVG instead of respecting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violated FVG flips to become support/resistance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Bullish FVG gets violated = Now acts as RESISTANCE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Bearish FVG gets violated = Now acts as SUPPORT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a shift in market sentiment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When balance becomes imbalance again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IFVG 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A standard FVG forms (bullish or bearish)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Price returns to the FVG as expected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BUT instead of bouncing, price BREAKS through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The FVG is now 'inversed' - flipped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Old support becomes resistance (and vice versa)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Look for entries at the IFVG on retest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Failed FVG = IFVG opportunity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How to Trade IFVGs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Identify a violated FVG (price broke through)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Wait for price to retrace back to the IFVG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in the NEW direction (opposite of original FVG)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Bullish FVG violated = SHORT at IFVG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Bearish FVG violated = LONG at IFVG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Stop beyond IFVG, target next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flip is the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Consequent Encroachment (CE)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CE = The 50% midpoint of any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is the EQUILIBRIUM of the imbalance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often reacts precisely at the CE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 CE as your primary entry point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More precise than trading the entire FVG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 the CE on every FVG you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50% is the sweet spot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Quality Filters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NOT all FVGs are created equal. Filter for: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FVG in line with higher timeframe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FVG formed during Killzone hours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FVG near a key level (support/resistance)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FVG after a liquidity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FVG with strong displacement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First FVG in a new move (not 3rd or 4th)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Quality over quantity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FVG + Order Block = A+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Order Block = Last candle before displacement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= The gap created by displacement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When they overlap = Highest probability zone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is where institutions placed their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OB + FVG confluence for entries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Even better: OB + FVG + Key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Confluence is 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Common FVG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Trading every FVG regardless of context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Not waiting for price to reach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Entering before confirmation at the FVG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Trading FVGs against the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Ignoring violated FVGs (missing IFVG trades)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Using FVGs on very low timeframes (noise)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Avoid these and level 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FVGs show where price moved too fast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CE (50%) is your primary entry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IFVG = Violated FVG that flipped direction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FVG + Order Block = High probability setup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Filter FVGs by trend, time, and context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Quality FVGs with confluence = Best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Master FVGs, master entries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