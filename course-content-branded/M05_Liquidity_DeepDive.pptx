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Advanced Concepts &amp;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BSL (Buy-Side Liquidity): Above highs - stop losses of shorts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SSL (Sell-Side Liquidity): Below lows - stop losses of longs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need liquidity to fill large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They 'hunt' retail stops before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session: Advanced liquidity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is the fuel of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Internal vs External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INTERNAL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FVGs, Order Blocks, Imbalances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Inside the current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price retraces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EXTERNAL LIQUIDITY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Highs, Lows, Equal H/L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Outside the current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price reaches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moves from internal to external liquidity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Identifying Liquidity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Equal Highs/Lows: Multiple touches = More stops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Trendline touches: Stops placed along trendlines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Previous Day/Week High and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Session Highs and Lows (Asian, London, NY)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Psychological round numbers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Old untested highs/lows (virgin liquidity)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More touches = Bigger pool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Grab vs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GRAB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Quick wick through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Immediate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Clean rejection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 closes beyond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May consolidate before reversing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Deeper penetration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Both are valid - watch for the reversal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Inducement (The Trap)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Inducement = Minor liquidity used to trap traders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Creates false breakout/breakdown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Retail sees 'breakout' and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fades the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'obvious' move is usually the trap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inducement BEFORE key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If it looks too easy, it's a trap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Voids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Liquidity Void = Area price moved through quickly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Similar to FVG but can span multiple candles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where there's 'no resistance'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returns to fill these voids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large impulsive moves as potential voids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the retracement back into the 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Voids get filled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Trading Liquidity Sweeps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Identify key liquidity pool (equal highs/lows)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Wait for price to sweep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Look for immediate reversal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Confirm with BOS or strong rejection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Enter opposite direction of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Target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Sweep + Reversal =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Daily Liquidity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PDH/PDL (Previous Day High/Low)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PWH/PWL (Previous Week High/Low)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Asian session H/L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Identify equal highs/lows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Note any untested old highs/lows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Update as new levels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Map before you trade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Internal liquidity = FVGs, OBs (retracement 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External liquidity = Highs/Lows (targets)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Equal H/L = Strongest liquidity pools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Inducement traps retail before real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Sweep + Reversal = High probability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know where liquidity sits before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Follow the liquidity, find 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