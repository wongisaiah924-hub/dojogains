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Smart Money Finds Its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Core Pillar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Liquidity?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Liquidity = Orders resting in the market (stop losses &amp; pending orders)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need liquidity to fill large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Retail traders place stops at predictable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'hunts' these stop losses to get their orders filled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Understanding liquidity = understanding where price will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is the fuel that moves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Buy-Side Liquidity (BSL)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Located ABOVE swing highs, equal highs, and resistance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Consists of buy stop orders from traders who are SHORT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When triggered, buy stops become market BUY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push price UP to grab this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Often leads to a REVERSAL after the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RESISTANCE / SWING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09160"/>
            <a:ext cx="54864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Stops Resting Here (BSL)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sweeps above, grabs liquidity, then reverses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Sell-Side Liquidity (SSL)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Located BELOW swing lows, equal lows, and support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Consists of sell stop orders from traders who are LONG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When triggered, sell stops become market SELL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push price DOWN to grab this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Often leads to a REVERSAL after the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 Stops Resting Here (SSL)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800600"/>
            <a:ext cx="54864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SUPPORT / SWING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sweeps below, grabs liquidity, then reverses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Liquidity Pools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Previous Day High (PDH) / Previous Day Low (PDL)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Previous Week High (PWH) / Previous Week Low (PWL)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Swing Highs and Swing 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Equal Highs and Equal Lows (double tops/bottoms)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Round psychological numbers ($100, $50, etc.)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Session highs and lows (Asian, London, NY)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More touches = More stops = Bigger liquidity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Sweeps (Stop Hunts)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liquidity sweep happens when price takes out a key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breaks the high/low, triggers stops, then reverses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'wick' often shows the sweep on the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rejection after the sweep (long wicks)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smart money getting filled before the real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Sweep = Trap = Reversal Incoming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Identify where liquidity is resting (highs/lows)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Wait for price to sweep that liquidity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Look for confirmation (rejection candle, BOS)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Enter in the opposite direction of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Don't trade the breakout - trade the reversal after the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Sweep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creates a swing high - retail goes short with stops above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Market rallies and takes out the high (liquidity grab)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immediately reverses with strong 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sold into the buy stops getting triggered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Result: Price drops and targets sell-side liquidity below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hunt is real - be the hunter, not the hunted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BSL (Buy-Side) = Above highs = Target when bearish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SSL (Sell-Side) = Below lows = Target when bullish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sweeps liquidity before making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Equal highs/lows are liquidity magnets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Don't place stops at obvious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WITH smart money, not against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is the lifeblood of institutional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