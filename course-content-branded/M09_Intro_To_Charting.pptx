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INTRO TO CHARTING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Reading the Market's Language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3566160"/>
            <a:ext cx="2743200" cy="182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63946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DOJO GAINS - Mentorship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What is a Chart?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Visual representation of price over time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Shows the battle between buyers and sellers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Each candle/bar = price action for a time period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Charts reveal patterns that repeat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The foundation of technical analysis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Your window into market psychology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Charts are the trader's 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Chart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4114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2C55E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CANDLESTICK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4114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Most popular, shows OHLC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4114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Best for price action trading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188720"/>
            <a:ext cx="4114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B82F6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BAR CHART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554480"/>
            <a:ext cx="4114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Similar to candle, different visual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4114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Used by some futures traders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68880"/>
            <a:ext cx="4114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LINE CHART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34640"/>
            <a:ext cx="4114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Only shows close prices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08960"/>
            <a:ext cx="4114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Good for seeing trends simply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468880"/>
            <a:ext cx="4114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AB308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HEIKIN ASHI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834640"/>
            <a:ext cx="4114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Smoothed candles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108960"/>
            <a:ext cx="4114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Good for trend identification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We use candlestick charts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Understanding Timeframes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Each candle = one period of time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1 minute chart: 1 candle = 1 minute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Daily chart: 1 candle = 1 full day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Higher TF = less noise, more reliable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Lower TF = more detail, more noise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2C55E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Day Trading: 1m, 5m, 15m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B82F6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Swing Trading: 1H, 4H, Daily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4632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AB308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Position Trading: Daily, Weekly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Multi-Timeframe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Always check higher timeframe first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HTF = Direction and key levels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LTF = Entry timing and precision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Example: Daily for trend, 15m for entry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Don't fight the higher timeframe trend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Alignment across timeframes = higher probability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Top-down analysis is key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Essential Chart Elements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PRICE: The candles/bars (most important)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VOLUME: Confirms price moves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SUPPORT/RESISTANCE: Key levels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TREND: Direction of the market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PATTERNS: Repeating formations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Keep charts clean - less is more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Price is king, everything else supports 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Setting Up Your Charts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Use dark background (easier on eyes)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Green candles = bullish, Red = bearish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Mark key levels (S/R, highs, lows)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Add 1-2 key indicators max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Save templates for different strategies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Keep it simple and clean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Clean charts = Clear thinking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Charts show price over time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Candlestick charts are standard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Higher timeframes = more reliable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Always use multi-timeframe analysis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Keep charts clean and simple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Price is the primary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63946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The chart tells you everything you need to know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88888"/>
                </a:solidFill>
                <a:latin typeface="Inter"/>
              </a:rPr>
              <a:t>🥋 DOJO GAINS  •  dojogains.com  •  Stop Gambling. Start Trading.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