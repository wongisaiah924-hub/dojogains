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INTRODUCTION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MY TRADING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Putting the Core Pillars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Three Core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1.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is the money? Where are stops resting?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2.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do institutions move? Trade the Killzones.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3. IMBALANCES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did price move too fast? FVGs are entry zones.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Combine all three = High probability trades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Strategy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a KILLZONE (London or NY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Identify where LIQUIDITY is resting (BSL/SSL)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a SWEEP of that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IMBALANCE (FVG) after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at the FVG with defined risk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Simple framework, powerful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 1: Mark Key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previous day high (PDH) and low (PDL)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Asian session high and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Identify swing highs and swing 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Note equal highs/lows (liquidity magnets)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any unfilled FVGs from previous sessions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These are your targets and entry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Preparation happens BEFORE the Killzone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 2: Wait for Killzone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 NOT trade during Asian (unless ranging)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LONDON KILLZONE: 2:00 AM - 5:00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NY AM KILLZONE: 8:30 AM - 11:00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manipulation at session opens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 patient - the setup will come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setup in Killzone = No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Patience is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 3: Wait for Liquidity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price to take out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Sweep of Asian high/low is common at London open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wicks above/below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sweep triggers retail stops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gets filled during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After the sweep, prepare for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sweep is your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 4: Enter at the FVG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After the sweep, look for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the Fair Value Gap that forms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retrace to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at 50% of the FVG (equilibrium)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Stop loss: Beyond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Confirmation: Rejection candle at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= Your entry zone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 5: Target &amp;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Target: Opposite liquidity pool (BSL/SSL)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partials at 50% and equilibrium points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Move stop to breakeven after first target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Trail stop as price moves in your favor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Exit or manage by NY lunch (11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Risk:Reward minimum 1:2 (ideally 1:3+)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Plan your exit before you 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Example Trade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Asian session creates a range (mark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London opens at 2 AM, sweeps Asian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Strong bullish candle creates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retraces to FVG - ENTER LONG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Stop below FVG, target Asian HIGH / PDH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hits target - take profits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+ Time + Imbalance = Trade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Trading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ONLY trade during Killzones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liquidity sweep before entering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at FVG with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RISK max 1-2%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 the opposite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revenge trading - one good trade per day is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Discipline over everything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Strategy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tells you WHERE price will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TIME tells you WHEN to look for setups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 tell you WHERE to 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Strategy: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Mark levels &gt; Wait for Killzone &gt; Watch for sweep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Enter at FVG &gt; Target opposite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dojogains.com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No hype. No gurus. Just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