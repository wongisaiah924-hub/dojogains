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LIQUIDITY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Where Smart Money Finds Its Fuel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66160"/>
            <a:ext cx="27432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DOJO GAINS - Core Pillar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What is Liquidity?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Liquidity = Resting orders (stop losses)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Institutions need liquidity to fill positions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Retail places stops at predictable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Smart money 'hunts' these stops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097280"/>
            <a:ext cx="32004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LIQUIDITY 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2286000"/>
            <a:ext cx="22860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2377440"/>
            <a:ext cx="22860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Swing High</a:t>
            </a:r>
          </a:p>
        </p:txBody>
      </p:sp>
      <p:sp>
        <p:nvSpPr>
          <p:cNvPr id="7" name="Oval 6"/>
          <p:cNvSpPr/>
          <p:nvPr/>
        </p:nvSpPr>
        <p:spPr>
          <a:xfrm>
            <a:off x="5852160" y="1920240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17920" y="1920240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0" y="1920240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949440" y="1920240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0" y="1920240"/>
            <a:ext cx="137160" cy="1371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645920"/>
            <a:ext cx="22860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Stop Losses (BSL)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39712" y="2834640"/>
            <a:ext cx="36576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6766560" y="2743200"/>
            <a:ext cx="182880" cy="13716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926080"/>
            <a:ext cx="1371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Price sweeps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Liquidity is the fuel that moves markets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Buy-Side Liquidity (BSL)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BSL = Stop losses ABOVE swing highs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10512" y="3200400"/>
            <a:ext cx="36576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82495" y="3273552"/>
            <a:ext cx="292608" cy="4389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10512" y="3712464"/>
            <a:ext cx="36576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67712" y="2926080"/>
            <a:ext cx="36576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39696" y="2999232"/>
            <a:ext cx="292608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67712" y="3364992"/>
            <a:ext cx="36576" cy="1097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24912" y="2560320"/>
            <a:ext cx="36576" cy="21945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6896" y="2779776"/>
            <a:ext cx="292608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24912" y="3072384"/>
            <a:ext cx="36576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82112" y="2834640"/>
            <a:ext cx="36576" cy="1097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54096" y="2944368"/>
            <a:ext cx="292608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82112" y="3310128"/>
            <a:ext cx="36576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9312" y="3108960"/>
            <a:ext cx="36576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11296" y="3182112"/>
            <a:ext cx="292608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9312" y="3474720"/>
            <a:ext cx="36576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0" y="2560320"/>
            <a:ext cx="18288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2286000"/>
            <a:ext cx="1828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Swing 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103120"/>
            <a:ext cx="2194560" cy="365760"/>
          </a:xfrm>
          <a:prstGeom prst="rect">
            <a:avLst/>
          </a:prstGeom>
          <a:solidFill>
            <a:srgbClr val="1A1A1A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2148840"/>
            <a:ext cx="219456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BSL ZONE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1920240"/>
            <a:ext cx="3657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Short sellers place stops 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743200"/>
            <a:ext cx="3657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When price sweeps this zone: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108960"/>
            <a:ext cx="3657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1. Buy stops trigger (become market buys)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429000"/>
            <a:ext cx="3657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2. Smart money sells into this buying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749039"/>
            <a:ext cx="3657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3. Price reverses DOWN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389120"/>
            <a:ext cx="3657600" cy="1645920"/>
          </a:xfrm>
          <a:prstGeom prst="rect">
            <a:avLst/>
          </a:prstGeom>
          <a:solidFill>
            <a:srgbClr val="1A1A1A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029200"/>
            <a:ext cx="3657600" cy="457200"/>
          </a:xfrm>
          <a:prstGeom prst="rect">
            <a:avLst/>
          </a:prstGeom>
          <a:solidFill>
            <a:srgbClr val="1A1A1A"/>
          </a:solidFill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INSERT: BSL Sweep Chart Example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Sell-Side Liquidity (SSL)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SSL = Stop losses BELOW swing 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10512" y="2286000"/>
            <a:ext cx="36576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82495" y="2432304"/>
            <a:ext cx="292608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10512" y="2798064"/>
            <a:ext cx="36576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67712" y="2560320"/>
            <a:ext cx="36576" cy="1097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39696" y="2670048"/>
            <a:ext cx="292608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67712" y="2962656"/>
            <a:ext cx="36576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24912" y="2926080"/>
            <a:ext cx="36576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96896" y="2999232"/>
            <a:ext cx="292608" cy="256031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24912" y="3255264"/>
            <a:ext cx="36576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82112" y="2651760"/>
            <a:ext cx="36576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54096" y="2724912"/>
            <a:ext cx="292608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82112" y="3017520"/>
            <a:ext cx="36576" cy="1097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9312" y="2377440"/>
            <a:ext cx="36576" cy="73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11296" y="2450592"/>
            <a:ext cx="292608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9312" y="2816352"/>
            <a:ext cx="36576" cy="1463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0" y="3611880"/>
            <a:ext cx="18288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3703320"/>
            <a:ext cx="1828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Swing 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3749039"/>
            <a:ext cx="2194560" cy="365760"/>
          </a:xfrm>
          <a:prstGeom prst="rect">
            <a:avLst/>
          </a:prstGeom>
          <a:solidFill>
            <a:srgbClr val="1A1A1A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3794760"/>
            <a:ext cx="219456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SSL ZONE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1920240"/>
            <a:ext cx="3657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Long traders place stops 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743200"/>
            <a:ext cx="3657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When price sweeps this zone: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108960"/>
            <a:ext cx="3657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1. Sell stops trigger (become market sells)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429000"/>
            <a:ext cx="3657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2. Smart money buys into this selling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749039"/>
            <a:ext cx="3657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3. Price reverses 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389120"/>
            <a:ext cx="3657600" cy="1645920"/>
          </a:xfrm>
          <a:prstGeom prst="rect">
            <a:avLst/>
          </a:prstGeom>
          <a:solidFill>
            <a:srgbClr val="1A1A1A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029200"/>
            <a:ext cx="3657600" cy="457200"/>
          </a:xfrm>
          <a:prstGeom prst="rect">
            <a:avLst/>
          </a:prstGeom>
          <a:solidFill>
            <a:srgbClr val="1A1A1A"/>
          </a:solidFill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INSERT: SSL Sweep Chart Example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Equal Highs &amp; Lows = Liquidity Magnets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EQUAL HIGHS (EQH)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2718" y="2011680"/>
            <a:ext cx="32003" cy="1600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60704" y="2171700"/>
            <a:ext cx="256031" cy="320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2718" y="2491740"/>
            <a:ext cx="32003" cy="960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29918" y="2286000"/>
            <a:ext cx="32003" cy="960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17904" y="2382012"/>
            <a:ext cx="256031" cy="256031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29918" y="2638044"/>
            <a:ext cx="32003" cy="12801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87117" y="2011680"/>
            <a:ext cx="32003" cy="1600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75103" y="2171700"/>
            <a:ext cx="256031" cy="320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87117" y="2491740"/>
            <a:ext cx="32003" cy="960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011680"/>
            <a:ext cx="164592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201168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Same Level = More Stops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0972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EQUAL LOWS (EQL)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87518" y="1828800"/>
            <a:ext cx="32003" cy="960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75504" y="1924812"/>
            <a:ext cx="256031" cy="320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87518" y="2244852"/>
            <a:ext cx="32003" cy="19202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44718" y="1554480"/>
            <a:ext cx="32003" cy="12801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32704" y="1682495"/>
            <a:ext cx="256031" cy="256031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44718" y="1938527"/>
            <a:ext cx="32003" cy="960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1918" y="1828800"/>
            <a:ext cx="32003" cy="960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9904" y="1924812"/>
            <a:ext cx="256031" cy="320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1918" y="2244852"/>
            <a:ext cx="32003" cy="19202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0" y="2697480"/>
            <a:ext cx="164592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2788920"/>
            <a:ext cx="201168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Same Level = More Stops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47472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Double/Triple tops and bottoms are LIQUIDITY POOLS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More touches at same level = More stops accumulated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Smart money LOVES to sweep these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Mark them on your charts!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solidFill>
            <a:srgbClr val="1A1A1A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394959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INSERT: Equal Highs/Lows Sweep Example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Liquidity Sweep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Step-by-Step Liquidity Sweep: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36576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Price creates swing high - retail goes SHORT with stops above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36576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Price rallies and SWEEPS the high (takes out stops)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6576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Buy stops trigger - smart money SELLS into this buying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36576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Price REVERSES and drops - targeting SSL below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8229600" cy="2468880"/>
          </a:xfrm>
          <a:prstGeom prst="rect">
            <a:avLst/>
          </a:prstGeom>
          <a:solidFill>
            <a:srgbClr val="1A1A1A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INSERT: Full Liquidity Sweep Trade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 sweep IS the setup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How to Trade Liquidity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1. Mark key liquidity levels (highs/lows, equal H/L)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2. Wait for price to SWEEP that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3. Look for reversal confirmation (rejection candle, BOS)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4. Enter OPPOSITE direction of the sweep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5. Target the opposite liquidity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828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SWEEP HIGH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10512" y="4480560"/>
            <a:ext cx="36576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0800000">
            <a:off x="1737360" y="4800600"/>
            <a:ext cx="182880" cy="13716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828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= SHORT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114800"/>
            <a:ext cx="1828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SWEEP 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468112" y="5029200"/>
            <a:ext cx="36576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5394960" y="4937760"/>
            <a:ext cx="182880" cy="13716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572000"/>
            <a:ext cx="1828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= LONG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5303520"/>
            <a:ext cx="4572000" cy="914400"/>
          </a:xfrm>
          <a:prstGeom prst="rect">
            <a:avLst/>
          </a:prstGeom>
          <a:solidFill>
            <a:srgbClr val="1A1A1A"/>
          </a:solidFill>
          <a:ln w="254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5577840"/>
            <a:ext cx="4572000" cy="457200"/>
          </a:xfrm>
          <a:prstGeom prst="rect">
            <a:avLst/>
          </a:prstGeom>
          <a:solidFill>
            <a:srgbClr val="1A1A1A"/>
          </a:solidFill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INSERT: Entry Example After Sweep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9144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BSL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828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Above highs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1828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Target when BEARISH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280160"/>
            <a:ext cx="9144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37360"/>
            <a:ext cx="1828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Below 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057400"/>
            <a:ext cx="1828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Target when BULLISH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1828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AB308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EQH/EQL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737360"/>
            <a:ext cx="22860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Strongest pools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57400"/>
            <a:ext cx="22860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Highest probability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260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Smart money sweeps liquidity before real moves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Don't place stops at obvious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Trade WITH smart money, not against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Follow the liquidity, find the money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Inter"/>
              </a:rPr>
              <a:t>🥋 DOJO GAINS  •  dojogains.com  •  Stop Gambling. Start Trading.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