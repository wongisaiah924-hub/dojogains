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FIBONACCI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The Golden Ratio in Trading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566160"/>
            <a:ext cx="274320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DOJO GAINS - Mentorship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Key Fibonacci Levels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280160"/>
            <a:ext cx="731520" cy="4114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5394960"/>
            <a:ext cx="118872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51760" y="5257800"/>
            <a:ext cx="22860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0% (Swing Low)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423867"/>
            <a:ext cx="118872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4286707"/>
            <a:ext cx="22860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23.6%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823106"/>
            <a:ext cx="118872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3685946"/>
            <a:ext cx="22860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38.2%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337560"/>
            <a:ext cx="118872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3200400"/>
            <a:ext cx="22860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50%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852013"/>
            <a:ext cx="118872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714853"/>
            <a:ext cx="22860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AB308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61.8% (Golden)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2160727"/>
            <a:ext cx="118872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2023567"/>
            <a:ext cx="22860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78.6%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1280160"/>
            <a:ext cx="118872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60" y="1143000"/>
            <a:ext cx="22860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100% (Swing High)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2160727"/>
            <a:ext cx="731520" cy="691286"/>
          </a:xfrm>
          <a:prstGeom prst="rect">
            <a:avLst/>
          </a:prstGeom>
          <a:solidFill>
            <a:srgbClr val="1A1A1A">
              <a:lumMod val="50000"/>
              <a:lumOff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2252167"/>
            <a:ext cx="64008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OTE ZONE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18872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KEY LEVELS: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64592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61.8% = Golden Ratio (most important)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50% = Equilibrium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OTE Zone (62-79%) = Best entries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38.2% = Shallow retracement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4114800"/>
            <a:ext cx="4114800" cy="1828800"/>
          </a:xfrm>
          <a:prstGeom prst="rect">
            <a:avLst/>
          </a:prstGeom>
          <a:solidFill>
            <a:srgbClr val="1A1A1A"/>
          </a:solidFill>
          <a:ln w="254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84632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INSERT: Fib Retracement on Chart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Premium vs Discount Zones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0" y="1371600"/>
            <a:ext cx="914400" cy="2011680"/>
          </a:xfrm>
          <a:prstGeom prst="rect">
            <a:avLst/>
          </a:prstGeom>
          <a:solidFill>
            <a:srgbClr val="1A1A1A">
              <a:lumMod val="50000"/>
              <a:lumOff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2103120"/>
            <a:ext cx="9144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PREMIUM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377440"/>
            <a:ext cx="9144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Above 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651760"/>
            <a:ext cx="9144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SELL ZONE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3383280"/>
            <a:ext cx="146304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3246120"/>
            <a:ext cx="54864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50%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3429000"/>
            <a:ext cx="914400" cy="2011680"/>
          </a:xfrm>
          <a:prstGeom prst="rect">
            <a:avLst/>
          </a:prstGeom>
          <a:solidFill>
            <a:srgbClr val="1A1A1A">
              <a:lumMod val="50000"/>
              <a:lumOff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4114800"/>
            <a:ext cx="9144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DISCOUNT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389120"/>
            <a:ext cx="9144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Below 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663440"/>
            <a:ext cx="9144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BUY ZONE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37160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THE RULE: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1168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In UPTREND: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7744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Buy at DISCOUNT (below 50%)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01752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In DOWNTREND: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8328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Sell at PREMIUM (above 50%)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AB308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Buy cheap, sell expensive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OTE - Optimal Trade Entry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OTE = 62% to 79% Fibonacci zone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This is where smart money enters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Deepest pullback before continuation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Combine with FVG/OB for A+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3657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OTE ZONE VISUAL: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657600"/>
            <a:ext cx="3200400" cy="1097280"/>
          </a:xfrm>
          <a:prstGeom prst="rect">
            <a:avLst/>
          </a:prstGeom>
          <a:solidFill>
            <a:srgbClr val="1A1A1A">
              <a:lumMod val="50000"/>
              <a:lumOff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73152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62%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32004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OTE ZONE - ENTER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73152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79%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3474720"/>
            <a:ext cx="4114800" cy="2560320"/>
          </a:xfrm>
          <a:prstGeom prst="rect">
            <a:avLst/>
          </a:prstGeom>
          <a:solidFill>
            <a:srgbClr val="1A1A1A"/>
          </a:solidFill>
          <a:ln w="254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4571999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INSERT: OTE Entry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OTE + FVG + Killzone = Sniper Entry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61.8% = Golden Ratio (most important)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OTE Zone (62-79%) = Optimal entry area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Premium = Sell zone | Discount = Buy zone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Combine Fib with FVG/OB for best entries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Draw Fib from swing low to high (or vice versa)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Wait for price to enter OTE before looking for entry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1A1A1A"/>
          </a:solidFill>
          <a:ln w="254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INSERT: Complete Fib Trade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Inter"/>
              </a:rPr>
              <a:t>🥋 DOJO GAINS  •  dojogains.com  •  Stop Gambling. Start Trading.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