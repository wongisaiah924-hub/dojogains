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FIBONACCI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Golden Ratio in Trading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DOJO GAINS - Mentorship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What is Fibonacci?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Mathematical sequence found throughout nature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0, 1, 1, 2, 3, 5, 8, 13, 21, 34, 55...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Each number is the sum of the two before it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Ratios between numbers approach the 'Golden Ratio'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These ratios appear in market movements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Used to predict support, resistance, and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Math meets market psychology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Key Fibonacci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23.6%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Shallow retracement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188720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38.2%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554480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Common retracement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50.0%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Equilibrium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188720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61.8%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554480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GOLDEN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78.6%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Deep retracement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7472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61.8% (Golden Ratio) is the most important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OTE (Optimal Trade Entry) = 62-79% zone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Fibonacci Retracement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Used to find potential support/resistance during pullbacks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Draw from swing LOW to swing HIGH (uptrend)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Draw from swing HIGH to swing LOW (downtrend)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Watch for price reaction at Fib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Best levels: 50%, 61.8%, 78.6%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OTE zone (62-79%) is highest probability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Retracements show where to enter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Fibonacci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Used to find profit targets beyond the move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Draw from swing LOW to HIGH to pullback LOW (uptrend)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Key extension levels: 127.2%, 161.8%, 200%, 261.8%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161.8% is the most watched extension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Use extensions to set take profit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Combine with key S/R for stronger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Extensions show where price may 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OTE - Optimal Trade Entry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OTE = 62% to 79% Fibonacci retracement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This is where smart money typically enters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Deepest retracement before trend continues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Also called 'discount zone' in ICT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Wait for price to enter OTE before looking for entry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Combine with FVG or OB in OTE for A+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OTE + FVG + Killzone = High Probability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Premium vs Discount 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PREMIUM (Above 50%)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Sell zone in downtrend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Price is 'expensive'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Look for shorts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DISCOUNT (Below 50%)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Buy zone in uptrend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Price is 'cheap'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Look for longs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Buy at discount, sell at premium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Fibonacci + SMC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Draw Fib on HTF swing to find retracement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Look for FVG or Order Block within OTE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Wait for price to enter OTE during Killzone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Enter at FVG/OB inside OTE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Target: Fib extension (161.8%) or opposite liquidity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This is the institutional entry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Fib + FVG + OTE = Sniper entry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Fibonacci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Drawing Fib on wrong swing points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Using Fib alone without confluence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Expecting exact reactions at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Ignoring the trend direction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Drawing too many Fibs (analysis paralysis)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Not adjusting Fib when structure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Fib is a guide, not a guarantee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61.8% is the Golden Ratio - most important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OTE zone (62-79%) is optimal entry area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Retracements = Entry zones | Extensions = Targets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Premium = Sell zone | Discount = Buy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Combine Fib with FVG/OB for best entries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Fib shows WHERE, SMC concepts show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Fibonacci is your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Inter"/>
              </a:rPr>
              <a:t>🥋 DOJO GAINS  •  dojogains.com  •  Stop Gambling. Start Trading.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